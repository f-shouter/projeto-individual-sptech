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66" r:id="rId8"/>
    <p:sldId id="270" r:id="rId9"/>
    <p:sldId id="271" r:id="rId10"/>
    <p:sldId id="274" r:id="rId11"/>
    <p:sldId id="27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41" d="100"/>
          <a:sy n="41" d="100"/>
        </p:scale>
        <p:origin x="186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EECD0-716E-AF17-5C44-183E502ED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FA791A-2112-EF48-5C41-27E5A11C7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5240D3-9EF9-F1E7-C300-EE25B1A1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F0CA99-43AE-5DE0-A66F-EDB1650C1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FEEF1A-F589-1E43-309A-417B1441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52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9E927-86CB-D57C-4E27-AB71E3561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BD4060-CA7C-E7BA-8E5D-E0B4F2343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577F26-83A2-97B9-0799-B42CFB4F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D6731C-BA3E-7F99-BD03-D832A2C9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76D2F3-5D1A-6B5C-2680-341EA008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5738B-3E55-9F3A-908A-9D3F4A64A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6807E9-D29E-E401-E645-2F8B5EF6B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0BEBD5-F8ED-B9BE-BF55-068030E5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542F44-B78F-B2B9-0D57-57D45B11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0D613F-E133-02F2-3CF8-2D0A4100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2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0A7F4-2D76-A9E5-66D8-3620A8D1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D358F7-DDF6-0BC9-09C6-EE5B608F9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856D00-0840-B84E-FF99-07740AAA1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D389F2-F84B-00A5-3670-4AE45687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357C5B-B004-FDA6-95C0-4ABD9B27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499305-B329-C531-EA00-960BDE39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34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C5EF2-239F-10D2-83BF-043200E5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0A3834-8823-0510-B154-AE9C54109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10D017-F6E2-3FBA-6FDD-DFDC03526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F14607-6AFE-AA3F-FD38-8234E7181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41499B3-3BF5-F907-41F0-975CDCA6D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AD5EDF-AA2B-FC78-C613-0A66989C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55A59D-8E49-CB65-3CA4-B429C5AE9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24970-E18E-9E63-8A19-D86FF609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78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532E1-3308-8A00-BC09-05857734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58FC19-380D-709A-428C-4B01C401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353515-98D9-BED4-AF4F-FF68DDBC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A44F5EE-687A-BA93-1D35-E676E105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38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F4CF9D-24E8-9414-60F8-89D1F4F28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E1B0086-6ABE-F554-1643-9F4C55C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937693-4F97-E18D-ADEE-B55EB3C0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53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BFEEC-5E61-F311-0271-F7A77E04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2F536-29AB-A9F6-D3CB-FC57CF746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6F4BAB-59D1-5828-81F8-CC9A4D8D6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D973AE-C12F-E854-4F01-80CFF2F4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D6ACF0-9101-C100-6893-ABF49E47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3E88E0-3A37-E8F8-226A-995A29B0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187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85144-C12F-D2B2-7F7D-830D435F5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661F04B-D87E-9756-0531-DDF97AE4D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68108F-334E-9657-D922-3FE7C5032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60E12A-3B3D-FF8D-6971-C1A9A901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56D1C0-C06D-B764-E04A-D2D60629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4E71E7-83F4-B98E-12B1-871A201E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18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F034C-CE37-6DE5-27ED-4BC0E535E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8BC0C7-98C5-F24F-17AB-DD64FDFF1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65F94F-241B-BC7B-39B3-5353DDC03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85BDB-6D4B-6E82-DE8D-0AEFA538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595C4E-E12F-9701-22F7-36928F872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04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14AC53-92F1-388B-27D4-B4020B7EF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AFA783-F7DC-5F3E-4A50-13534CF2A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DC7BB2-1F17-C90C-498A-3B006D3D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0430A0-BB3B-064E-241C-80326E219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DC0B58-5C31-DEF0-01E5-EA6C3ECF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11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F4BD4CE-219E-4EBB-76E7-E96CC1DDB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E4DDE6-16F4-D664-7692-A5831EB86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2A6BAC-7758-5B88-1522-DAF09326B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735DA-181C-4299-99C6-89AF4184C38C}" type="datetimeFigureOut">
              <a:rPr lang="pt-BR" smtClean="0"/>
              <a:t>08/06/2025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F85EC0-42A0-AA28-67E5-2B46C2259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CF8995-E240-FCDB-1641-DF13EA2F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99A33-EFF9-4E9E-805A-B0AC4032E3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73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2.jpeg"/><Relationship Id="rId17" Type="http://schemas.openxmlformats.org/officeDocument/2006/relationships/image" Target="../media/image27.png"/><Relationship Id="rId2" Type="http://schemas.openxmlformats.org/officeDocument/2006/relationships/image" Target="../media/image13.jpe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3.jfif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19" Type="http://schemas.openxmlformats.org/officeDocument/2006/relationships/image" Target="../media/image29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52B9BBF-4004-B05A-89A2-FB90F7BAC0A7}"/>
              </a:ext>
            </a:extLst>
          </p:cNvPr>
          <p:cNvSpPr txBox="1"/>
          <p:nvPr/>
        </p:nvSpPr>
        <p:spPr>
          <a:xfrm>
            <a:off x="2099906" y="2628781"/>
            <a:ext cx="79921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/>
              <a:t>Meu Projeto Individual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2373C6B-A69A-F419-E2E9-174ECA5EEAD0}"/>
              </a:ext>
            </a:extLst>
          </p:cNvPr>
          <p:cNvSpPr txBox="1"/>
          <p:nvPr/>
        </p:nvSpPr>
        <p:spPr>
          <a:xfrm>
            <a:off x="7488304" y="3644444"/>
            <a:ext cx="2603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Sobre o quê?</a:t>
            </a:r>
          </a:p>
        </p:txBody>
      </p:sp>
    </p:spTree>
    <p:extLst>
      <p:ext uri="{BB962C8B-B14F-4D97-AF65-F5344CB8AC3E}">
        <p14:creationId xmlns:p14="http://schemas.microsoft.com/office/powerpoint/2010/main" val="181744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F2B9-72E1-41FE-DB86-062EC1DA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fopa: Ciclo de palestras irá debater formação de professores para o ensino  de matemática – Portal RDN">
            <a:extLst>
              <a:ext uri="{FF2B5EF4-FFF2-40B4-BE49-F238E27FC236}">
                <a16:creationId xmlns:a16="http://schemas.microsoft.com/office/drawing/2014/main" id="{1DC91194-6C4A-7AF9-DB50-F8505C90E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159" y="3274141"/>
            <a:ext cx="4526679" cy="262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rte Cultura Popular | Luciana Moura | Quizur">
            <a:extLst>
              <a:ext uri="{FF2B5EF4-FFF2-40B4-BE49-F238E27FC236}">
                <a16:creationId xmlns:a16="http://schemas.microsoft.com/office/drawing/2014/main" id="{4D1DD455-4949-F4E0-2330-D8915E093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481" y="2706416"/>
            <a:ext cx="4640826" cy="347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F8D0F78-377A-8CE9-1438-A4B90D66DEEB}"/>
              </a:ext>
            </a:extLst>
          </p:cNvPr>
          <p:cNvSpPr txBox="1"/>
          <p:nvPr/>
        </p:nvSpPr>
        <p:spPr>
          <a:xfrm>
            <a:off x="3291321" y="675444"/>
            <a:ext cx="56093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/>
              <a:t>Minhas paixões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D414D1-E5F0-3C9F-0709-299C5DCCF23F}"/>
              </a:ext>
            </a:extLst>
          </p:cNvPr>
          <p:cNvSpPr txBox="1"/>
          <p:nvPr/>
        </p:nvSpPr>
        <p:spPr>
          <a:xfrm>
            <a:off x="6384481" y="1605461"/>
            <a:ext cx="4606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Onde elas nasceram?</a:t>
            </a:r>
          </a:p>
        </p:txBody>
      </p:sp>
    </p:spTree>
    <p:extLst>
      <p:ext uri="{BB962C8B-B14F-4D97-AF65-F5344CB8AC3E}">
        <p14:creationId xmlns:p14="http://schemas.microsoft.com/office/powerpoint/2010/main" val="285658348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6478-8CF2-BED2-B346-AF8F2261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Grupo de pessoas posando para foto&#10;&#10;O conteúdo gerado por IA pode estar incorreto.">
            <a:extLst>
              <a:ext uri="{FF2B5EF4-FFF2-40B4-BE49-F238E27FC236}">
                <a16:creationId xmlns:a16="http://schemas.microsoft.com/office/drawing/2014/main" id="{5EAB4776-A56F-7BF5-03A1-5C429922C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152" y="1770413"/>
            <a:ext cx="6169118" cy="417379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B8134AD-EB3D-9F3C-A2A1-7C16A8D40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05"/>
          <a:stretch>
            <a:fillRect/>
          </a:stretch>
        </p:blipFill>
        <p:spPr>
          <a:xfrm>
            <a:off x="8500034" y="1957035"/>
            <a:ext cx="2201723" cy="455387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2985FE6-4F13-7BDF-66CD-8DDEC2CA1699}"/>
              </a:ext>
            </a:extLst>
          </p:cNvPr>
          <p:cNvSpPr txBox="1"/>
          <p:nvPr/>
        </p:nvSpPr>
        <p:spPr>
          <a:xfrm>
            <a:off x="3637602" y="347086"/>
            <a:ext cx="4916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/>
              <a:t>Minha família</a:t>
            </a:r>
          </a:p>
        </p:txBody>
      </p:sp>
    </p:spTree>
    <p:extLst>
      <p:ext uri="{BB962C8B-B14F-4D97-AF65-F5344CB8AC3E}">
        <p14:creationId xmlns:p14="http://schemas.microsoft.com/office/powerpoint/2010/main" val="264858460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90E1-93BD-82D4-2234-7AFBDEEF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02FACF1-3EB8-E95F-362B-B66E5A51E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052" y="1027512"/>
            <a:ext cx="6234425" cy="534379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D64D063-CBE7-DB4A-E98F-5E7540B8975D}"/>
              </a:ext>
            </a:extLst>
          </p:cNvPr>
          <p:cNvSpPr txBox="1"/>
          <p:nvPr/>
        </p:nvSpPr>
        <p:spPr>
          <a:xfrm>
            <a:off x="3521128" y="347086"/>
            <a:ext cx="51497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/>
              <a:t>Era uma peste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5769EA5-10D9-4074-35E5-CF08AD6A6FC9}"/>
              </a:ext>
            </a:extLst>
          </p:cNvPr>
          <p:cNvSpPr txBox="1"/>
          <p:nvPr/>
        </p:nvSpPr>
        <p:spPr>
          <a:xfrm>
            <a:off x="8646807" y="5025413"/>
            <a:ext cx="28945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Até conhecer </a:t>
            </a:r>
          </a:p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os Grandões...</a:t>
            </a:r>
          </a:p>
        </p:txBody>
      </p:sp>
    </p:spTree>
    <p:extLst>
      <p:ext uri="{BB962C8B-B14F-4D97-AF65-F5344CB8AC3E}">
        <p14:creationId xmlns:p14="http://schemas.microsoft.com/office/powerpoint/2010/main" val="14161837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7F75-D502-968A-EA7E-340957D6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880FF209-00C9-49D8-94AE-561968DA11BE}"/>
              </a:ext>
            </a:extLst>
          </p:cNvPr>
          <p:cNvSpPr txBox="1"/>
          <p:nvPr/>
        </p:nvSpPr>
        <p:spPr>
          <a:xfrm>
            <a:off x="3193827" y="347086"/>
            <a:ext cx="58043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/>
              <a:t>Era uma criança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22D991F-C2F7-861B-E0FD-70ACB7A01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086" y="1296381"/>
            <a:ext cx="4486901" cy="513469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0A31C70-6C4C-63A2-5642-C443A3DC3FAC}"/>
              </a:ext>
            </a:extLst>
          </p:cNvPr>
          <p:cNvSpPr txBox="1"/>
          <p:nvPr/>
        </p:nvSpPr>
        <p:spPr>
          <a:xfrm>
            <a:off x="843119" y="2939350"/>
            <a:ext cx="196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- Vai te fortalecer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8EF4D9-D7CB-C458-31D6-9B464E3577B9}"/>
              </a:ext>
            </a:extLst>
          </p:cNvPr>
          <p:cNvSpPr txBox="1"/>
          <p:nvPr/>
        </p:nvSpPr>
        <p:spPr>
          <a:xfrm>
            <a:off x="1391507" y="3712245"/>
            <a:ext cx="2306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- Você que provocou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C362ACF-CC06-9B9D-1453-B8D271D38051}"/>
              </a:ext>
            </a:extLst>
          </p:cNvPr>
          <p:cNvSpPr txBox="1"/>
          <p:nvPr/>
        </p:nvSpPr>
        <p:spPr>
          <a:xfrm>
            <a:off x="2603120" y="2392728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- Normal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A76626-E82F-BC98-7E19-DCE647CCB32C}"/>
              </a:ext>
            </a:extLst>
          </p:cNvPr>
          <p:cNvSpPr txBox="1"/>
          <p:nvPr/>
        </p:nvSpPr>
        <p:spPr>
          <a:xfrm>
            <a:off x="9167771" y="5556355"/>
            <a:ext cx="2151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Meu limite</a:t>
            </a:r>
          </a:p>
        </p:txBody>
      </p:sp>
    </p:spTree>
    <p:extLst>
      <p:ext uri="{BB962C8B-B14F-4D97-AF65-F5344CB8AC3E}">
        <p14:creationId xmlns:p14="http://schemas.microsoft.com/office/powerpoint/2010/main" val="21578529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2277-71A6-01E9-85F0-FB57296E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01A56CEE-1B47-B42B-7959-B48DCF3E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941" y="1444073"/>
            <a:ext cx="5048955" cy="4972744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3410B3A-3692-2A4D-E24E-4B7C768C6859}"/>
              </a:ext>
            </a:extLst>
          </p:cNvPr>
          <p:cNvSpPr txBox="1"/>
          <p:nvPr/>
        </p:nvSpPr>
        <p:spPr>
          <a:xfrm>
            <a:off x="3424660" y="347086"/>
            <a:ext cx="53426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/>
              <a:t>Era um escudo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8745B69-56E3-0037-2AF3-FBB286AB7E8C}"/>
              </a:ext>
            </a:extLst>
          </p:cNvPr>
          <p:cNvSpPr txBox="1"/>
          <p:nvPr/>
        </p:nvSpPr>
        <p:spPr>
          <a:xfrm>
            <a:off x="548104" y="5689091"/>
            <a:ext cx="3188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Consequências </a:t>
            </a:r>
          </a:p>
        </p:txBody>
      </p:sp>
    </p:spTree>
    <p:extLst>
      <p:ext uri="{BB962C8B-B14F-4D97-AF65-F5344CB8AC3E}">
        <p14:creationId xmlns:p14="http://schemas.microsoft.com/office/powerpoint/2010/main" val="92751997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B9EF9-AB15-EB92-DAEC-89004D5C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9B3CD69A-B2BE-950C-48D5-8AA6E1C5B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18" name="Imagem 17" descr="Mulher com as mãos&#10;&#10;O conteúdo gerado por IA pode estar incorreto.">
            <a:extLst>
              <a:ext uri="{FF2B5EF4-FFF2-40B4-BE49-F238E27FC236}">
                <a16:creationId xmlns:a16="http://schemas.microsoft.com/office/drawing/2014/main" id="{40EA4B6C-3A6F-93D7-D6A3-AFF109C85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7882" y="362909"/>
            <a:ext cx="2399071" cy="340904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3A8F6B6-8CA0-93EB-CEBA-CD6235F51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664" y="2067429"/>
            <a:ext cx="2563288" cy="4522026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DCF0D48-E063-BB14-111A-8C588A9A92B1}"/>
              </a:ext>
            </a:extLst>
          </p:cNvPr>
          <p:cNvSpPr txBox="1"/>
          <p:nvPr/>
        </p:nvSpPr>
        <p:spPr>
          <a:xfrm>
            <a:off x="9714213" y="5630097"/>
            <a:ext cx="1626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Então...</a:t>
            </a:r>
          </a:p>
        </p:txBody>
      </p:sp>
    </p:spTree>
    <p:extLst>
      <p:ext uri="{BB962C8B-B14F-4D97-AF65-F5344CB8AC3E}">
        <p14:creationId xmlns:p14="http://schemas.microsoft.com/office/powerpoint/2010/main" val="179793581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C9E6-0457-0259-E388-C0496BE58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6A9106D3-541D-91E9-14C1-1C87E17B73A0}"/>
              </a:ext>
            </a:extLst>
          </p:cNvPr>
          <p:cNvGrpSpPr/>
          <p:nvPr/>
        </p:nvGrpSpPr>
        <p:grpSpPr>
          <a:xfrm>
            <a:off x="1043024" y="923163"/>
            <a:ext cx="10105951" cy="4126770"/>
            <a:chOff x="1043024" y="555843"/>
            <a:chExt cx="10105951" cy="4126770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2011C13C-0D07-4CC2-2218-C065A8A80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024" y="2421250"/>
              <a:ext cx="10105951" cy="2261363"/>
            </a:xfrm>
            <a:prstGeom prst="rect">
              <a:avLst/>
            </a:prstGeom>
          </p:spPr>
        </p:pic>
        <p:pic>
          <p:nvPicPr>
            <p:cNvPr id="3" name="Imagem 2" descr="Forma&#10;&#10;O conteúdo gerado por IA pode estar incorreto.">
              <a:extLst>
                <a:ext uri="{FF2B5EF4-FFF2-40B4-BE49-F238E27FC236}">
                  <a16:creationId xmlns:a16="http://schemas.microsoft.com/office/drawing/2014/main" id="{60D4996D-DD92-51E7-E199-4A1D2A2D9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1587" y="555843"/>
              <a:ext cx="1865407" cy="18654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674908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7512-92C9-6124-FFD2-57836EB4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8053BB5-A8E0-3E68-4DC0-A915FC580F33}"/>
              </a:ext>
            </a:extLst>
          </p:cNvPr>
          <p:cNvSpPr txBox="1"/>
          <p:nvPr/>
        </p:nvSpPr>
        <p:spPr>
          <a:xfrm>
            <a:off x="3971059" y="1790318"/>
            <a:ext cx="42498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/>
              <a:t>Dificuldade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964F5C-7118-03D9-B1B5-A8AC82AA6F21}"/>
              </a:ext>
            </a:extLst>
          </p:cNvPr>
          <p:cNvSpPr txBox="1"/>
          <p:nvPr/>
        </p:nvSpPr>
        <p:spPr>
          <a:xfrm>
            <a:off x="1186891" y="4052019"/>
            <a:ext cx="39839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Lembrar do passado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D837DF-A2AF-7FAD-199C-45AA362DB169}"/>
              </a:ext>
            </a:extLst>
          </p:cNvPr>
          <p:cNvSpPr txBox="1"/>
          <p:nvPr/>
        </p:nvSpPr>
        <p:spPr>
          <a:xfrm>
            <a:off x="6534227" y="4052019"/>
            <a:ext cx="4675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Fazer um bom programa</a:t>
            </a:r>
          </a:p>
        </p:txBody>
      </p:sp>
    </p:spTree>
    <p:extLst>
      <p:ext uri="{BB962C8B-B14F-4D97-AF65-F5344CB8AC3E}">
        <p14:creationId xmlns:p14="http://schemas.microsoft.com/office/powerpoint/2010/main" val="157189722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76B9-7E1E-8643-243C-F9257D6F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5CE06F-2D06-A92B-3717-EF31506DFCF7}"/>
              </a:ext>
            </a:extLst>
          </p:cNvPr>
          <p:cNvSpPr txBox="1"/>
          <p:nvPr/>
        </p:nvSpPr>
        <p:spPr>
          <a:xfrm>
            <a:off x="4127575" y="1790318"/>
            <a:ext cx="39368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/>
              <a:t>Superação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4ECC42-A324-07B4-5686-8F08439BD579}"/>
              </a:ext>
            </a:extLst>
          </p:cNvPr>
          <p:cNvSpPr txBox="1"/>
          <p:nvPr/>
        </p:nvSpPr>
        <p:spPr>
          <a:xfrm>
            <a:off x="2354167" y="4052019"/>
            <a:ext cx="1649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Perdoar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0B35CB-06AE-7869-12A3-B9F23D440D7B}"/>
              </a:ext>
            </a:extLst>
          </p:cNvPr>
          <p:cNvSpPr txBox="1"/>
          <p:nvPr/>
        </p:nvSpPr>
        <p:spPr>
          <a:xfrm>
            <a:off x="7984018" y="4052019"/>
            <a:ext cx="1775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Finalizar</a:t>
            </a:r>
          </a:p>
        </p:txBody>
      </p:sp>
    </p:spTree>
    <p:extLst>
      <p:ext uri="{BB962C8B-B14F-4D97-AF65-F5344CB8AC3E}">
        <p14:creationId xmlns:p14="http://schemas.microsoft.com/office/powerpoint/2010/main" val="311161790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37D6-48EB-835F-38CF-E4C06BEA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Grupo de pessoas sorrindo&#10;&#10;O conteúdo gerado por IA pode estar incorreto.">
            <a:extLst>
              <a:ext uri="{FF2B5EF4-FFF2-40B4-BE49-F238E27FC236}">
                <a16:creationId xmlns:a16="http://schemas.microsoft.com/office/drawing/2014/main" id="{91D2C8D4-C284-E2C8-8764-BC44F8603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0291" y="4558218"/>
            <a:ext cx="4771321" cy="354855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BB4737F-7956-E297-65CD-847E37414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478" y="-13335"/>
            <a:ext cx="828791" cy="80973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FD9B51CA-F7BF-63CC-BFA0-A92D2CAC3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714" y="1639016"/>
            <a:ext cx="1072419" cy="102367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4399441-8D4C-995D-F0E5-768C8F0CE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478" y="796402"/>
            <a:ext cx="828789" cy="8676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DAC40F97-096B-2CB7-A9F8-22F66FCF1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640" y="2540912"/>
            <a:ext cx="1155897" cy="108790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4D8F496D-E006-C870-E0A3-CB5115216A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200" y="5826900"/>
            <a:ext cx="1115146" cy="1085008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60E6FA-8CF6-6FC1-FC4D-9C88617CBF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2668" y="4687163"/>
            <a:ext cx="1115146" cy="1132303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E4E90AE1-8CC2-84E6-16E3-11DFBFB68B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0990" y="3564585"/>
            <a:ext cx="1172107" cy="1154869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A79A2CF9-C0BC-18F9-317A-C035AC3D3D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7523" y="4687163"/>
            <a:ext cx="1115146" cy="1121706"/>
          </a:xfrm>
          <a:prstGeom prst="rect">
            <a:avLst/>
          </a:prstGeom>
        </p:spPr>
      </p:pic>
      <p:pic>
        <p:nvPicPr>
          <p:cNvPr id="3" name="Imagem 2" descr="Grupo de pessoas posando para foto&#10;&#10;O conteúdo gerado por IA pode estar incorreto.">
            <a:extLst>
              <a:ext uri="{FF2B5EF4-FFF2-40B4-BE49-F238E27FC236}">
                <a16:creationId xmlns:a16="http://schemas.microsoft.com/office/drawing/2014/main" id="{7FD8F690-8480-A21B-A44A-B175312120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069"/>
            <a:ext cx="6997479" cy="4734232"/>
          </a:xfrm>
          <a:prstGeom prst="rect">
            <a:avLst/>
          </a:prstGeom>
        </p:spPr>
      </p:pic>
      <p:pic>
        <p:nvPicPr>
          <p:cNvPr id="10" name="Imagem 9" descr="Mulher sentada em uma mesa de madeira&#10;&#10;O conteúdo gerado por IA pode estar incorreto.">
            <a:extLst>
              <a:ext uri="{FF2B5EF4-FFF2-40B4-BE49-F238E27FC236}">
                <a16:creationId xmlns:a16="http://schemas.microsoft.com/office/drawing/2014/main" id="{921B59A8-C90C-733A-6407-60929867AD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2" t="20215" r="22033" b="26022"/>
          <a:stretch>
            <a:fillRect/>
          </a:stretch>
        </p:blipFill>
        <p:spPr>
          <a:xfrm>
            <a:off x="7826268" y="-13335"/>
            <a:ext cx="4401517" cy="504716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C0AAEC1-B974-C87B-E050-87A6DCB8DC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7811" y="4687163"/>
            <a:ext cx="5949684" cy="1236655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4EC2D0CD-C486-B331-7108-5DC1108E5A0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1642" y="5812701"/>
            <a:ext cx="1013789" cy="111723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6BE8481E-643E-5D5D-424E-18406875BEB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27026" y="5808869"/>
            <a:ext cx="1115143" cy="108655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0D984F8-E782-53D9-EF68-51B340AB48C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17257" y="5797065"/>
            <a:ext cx="1100238" cy="1134092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6A7E077-93EC-5E2E-F27A-37780E25BF1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24364" y="5808869"/>
            <a:ext cx="1115143" cy="1080832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D3924010-94E9-DC00-B2C5-9A3588EA6B1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81840" y="5797065"/>
            <a:ext cx="1147898" cy="1060935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7B4A2D95-74B4-6E45-C1F3-4DF69C52C59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96983" y="5797065"/>
            <a:ext cx="1140058" cy="1065300"/>
          </a:xfrm>
          <a:prstGeom prst="rect">
            <a:avLst/>
          </a:prstGeom>
        </p:spPr>
      </p:pic>
      <p:sp>
        <p:nvSpPr>
          <p:cNvPr id="43" name="Retângulo 42">
            <a:extLst>
              <a:ext uri="{FF2B5EF4-FFF2-40B4-BE49-F238E27FC236}">
                <a16:creationId xmlns:a16="http://schemas.microsoft.com/office/drawing/2014/main" id="{3045C736-8F83-DB21-A208-26DEC3642A50}"/>
              </a:ext>
            </a:extLst>
          </p:cNvPr>
          <p:cNvSpPr/>
          <p:nvPr/>
        </p:nvSpPr>
        <p:spPr>
          <a:xfrm>
            <a:off x="-220196" y="-327535"/>
            <a:ext cx="12976014" cy="7513069"/>
          </a:xfrm>
          <a:prstGeom prst="rect">
            <a:avLst/>
          </a:prstGeom>
          <a:solidFill>
            <a:schemeClr val="tx1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242A119-72E8-8D72-F033-5CD86E051F7A}"/>
              </a:ext>
            </a:extLst>
          </p:cNvPr>
          <p:cNvSpPr txBox="1"/>
          <p:nvPr/>
        </p:nvSpPr>
        <p:spPr>
          <a:xfrm>
            <a:off x="360326" y="3084864"/>
            <a:ext cx="50325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</a:rPr>
              <a:t>Gratidão</a:t>
            </a:r>
          </a:p>
        </p:txBody>
      </p:sp>
    </p:spTree>
    <p:extLst>
      <p:ext uri="{BB962C8B-B14F-4D97-AF65-F5344CB8AC3E}">
        <p14:creationId xmlns:p14="http://schemas.microsoft.com/office/powerpoint/2010/main" val="253206938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57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YUKARI YAMASAKI .</dc:creator>
  <cp:lastModifiedBy>ANNE YUKARI YAMASAKI .</cp:lastModifiedBy>
  <cp:revision>2</cp:revision>
  <dcterms:created xsi:type="dcterms:W3CDTF">2025-06-08T16:04:49Z</dcterms:created>
  <dcterms:modified xsi:type="dcterms:W3CDTF">2025-06-09T05:03:13Z</dcterms:modified>
</cp:coreProperties>
</file>